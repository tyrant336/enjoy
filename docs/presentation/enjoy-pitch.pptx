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0:00-0:10 — 'This is enjoy — a calm ocean world that does the busywork of studying for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0:10-0:25 — owner's framing: stress, burden, wasted time, chatbot shortcut. Land on: 'none of that is learning.'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0:25-0:40 — three offers, one breath each. Then: 'let me show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0:40-1:05 — CUT TO GAMEPLAY A. 'The orchestrator routes it, the planner templates it, the world shows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1:05-1:30 — CUT TO GAMEPLAY B. 'The AI never answers for you — it removes everything else.'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1:30-1:45 — CUT TO GAMEPLAY C: dive, pan, one node drawer,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1:45-1:55 — don't read bullets; 'agents do the plumbing, Postgres is the single truth, AI never studies FOR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1:55-2:00 — slow: 'A returning student is welcomed, never billed for absence. Thank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57800"/>
            <a:ext cx="12191695" cy="91440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F7F7F0"/>
                </a:solidFill>
                <a:latin typeface="Segoe UI Emoji"/>
              </a:rPr>
              <a:t>🌊 ⛵ 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0" b="1">
                <a:solidFill>
                  <a:srgbClr val="F7F7F0"/>
                </a:solidFill>
                <a:latin typeface="Segoe UI"/>
              </a:rPr>
              <a:t>enjoy</a:t>
            </a:r>
          </a:p>
          <a:p>
            <a:pPr algn="ctr">
              <a:spcAft>
                <a:spcPts val="800"/>
              </a:spcAft>
            </a:pPr>
            <a:r>
              <a:rPr sz="3400" b="0">
                <a:solidFill>
                  <a:srgbClr val="E8B46A"/>
                </a:solidFill>
                <a:latin typeface="Segoe UI"/>
              </a:rPr>
              <a:t>the Harbour of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DEDDD"/>
                </a:solidFill>
                <a:latin typeface="Segoe UI"/>
              </a:rPr>
              <a:t>a cozy ocean world that automates studying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4C5C"/>
                </a:solidFill>
                <a:latin typeface="Segoe UI"/>
              </a:rPr>
              <a:t>THE PROBLEM 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1A203B"/>
                </a:solidFill>
                <a:latin typeface="Segoe UI"/>
              </a:rPr>
              <a:t>Students are stressed out 🎓💦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3172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4144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📚  current edtech  →  adds MORE burden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42900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3872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⏳  time wasted on tools  →  better spent learning yourself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52628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63600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🤖  or a chatbot finishes the work  →  nothing is learned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enjoy 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WHAT WE OFFER 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Calm automation, real learning 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3172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4144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⏱️  time-saving AI agents  →  boring tasks gone (notes, planning)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42900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3872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🧩  big tasks  →  broken down  →  executive function boost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52628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63600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🧘  psychology-backed calm  →  ❌ dashboards  ❌ red deadlines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DEMO 1/3 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One sentence  →  a plan 🗺️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468880"/>
            <a:ext cx="10149840" cy="105156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578608"/>
            <a:ext cx="9509760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E8B46A"/>
                </a:solidFill>
                <a:latin typeface="Segoe UI"/>
              </a:rPr>
              <a:t>"I have a thermodynamics exam Friday"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→  roadmap   →  tasks   →  boats on the water 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2E8C8C"/>
                </a:solidFill>
                <a:latin typeface="Segoe UI"/>
              </a:rPr>
              <a:t>▶  LIVE: type in chat  →  tour offer  →  boats spawn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A203B"/>
                </a:solidFill>
                <a:latin typeface="Segoe UI"/>
              </a:rPr>
              <a:t>DEMO 2/3 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Flashcards  =  a short sail 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77440"/>
            <a:ext cx="10149840" cy="15544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87168"/>
            <a:ext cx="950976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7F7F0"/>
                </a:solidFill>
                <a:latin typeface="Segoe UI"/>
              </a:rPr>
              <a:t>board  →  ❓ question  →  👀 reveal  →  4️⃣ grade boats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deck done  →  docks at the lamp  →  glows brighter 🏮✨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A203B"/>
                </a:solidFill>
                <a:latin typeface="Segoe UI"/>
              </a:rPr>
              <a:t>▶  LIVE: 3-card review, keyboard only, dock + lamp glow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DEMO 3/3 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Knowledge grows under the sea 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468880"/>
            <a:ext cx="10149840" cy="105156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578608"/>
            <a:ext cx="9509760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dive down 🤿  →  every concept joins a living atlas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your portfolio isn't a chart  →  it's 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2E8C8C"/>
                </a:solidFill>
                <a:latin typeface="Segoe UI"/>
              </a:rPr>
              <a:t>▶  LIVE: dive transition  →  atlas  →  click a node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4C5C"/>
                </a:solidFill>
                <a:latin typeface="Segoe UI"/>
              </a:rPr>
              <a:t>UNDER THE HOOD 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1A203B"/>
                </a:solidFill>
                <a:latin typeface="Segoe UI"/>
              </a:rPr>
              <a:t>Built to be trusted 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286000"/>
            <a:ext cx="10149840" cy="82296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395728"/>
            <a:ext cx="9509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A203B"/>
                </a:solidFill>
                <a:latin typeface="Segoe UI"/>
              </a:rPr>
              <a:t>🧠  FastAPI + agent orchestrator  →  planner · flashcards ·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310128"/>
            <a:ext cx="10149840" cy="82296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419856"/>
            <a:ext cx="9509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A203B"/>
                </a:solidFill>
                <a:latin typeface="Segoe UI"/>
              </a:rPr>
              <a:t>🗄️  Postgres + one ordered event stream  →  world never drifts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334256"/>
            <a:ext cx="10149840" cy="82296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443984"/>
            <a:ext cx="9509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A203B"/>
                </a:solidFill>
                <a:latin typeface="Segoe UI"/>
              </a:rPr>
              <a:t>🕸️  Next.js + three.js  →  one runtime path, no mock modes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0F4C5C"/>
                </a:solidFill>
                <a:latin typeface="Segoe UI"/>
              </a:rPr>
              <a:t>AI absorbs the overhead — never the thinking. 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enjoy 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0">
                <a:solidFill>
                  <a:srgbClr val="F7F7F0"/>
                </a:solidFill>
                <a:latin typeface="Segoe UI Emoji"/>
              </a:rPr>
              <a:t>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600" b="1">
                <a:solidFill>
                  <a:srgbClr val="F7F7F0"/>
                </a:solidFill>
                <a:latin typeface="Segoe UI"/>
              </a:rPr>
              <a:t>The lamp records victories only.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3520440"/>
            <a:ext cx="3227832" cy="54864"/>
          </a:xfrm>
          <a:prstGeom prst="rect">
            <a:avLst/>
          </a:prstGeom>
          <a:solidFill>
            <a:srgbClr val="E8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>
                <a:solidFill>
                  <a:srgbClr val="E8B46A"/>
                </a:solidFill>
                <a:latin typeface="Segoe UI"/>
              </a:rPr>
              <a:t>enjoy — come back to a harbour, never a bill. 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thank you 🙏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